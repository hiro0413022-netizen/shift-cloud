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10B981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685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7132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</a:t>
            </a:r>
            <a:pPr indent="0" marL="0">
              <a:buNone/>
            </a:pPr>
            <a:r>
              <a:rPr lang="en-US" sz="1800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レッスンの質を、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店舗の“資産”に。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4980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ゴルフスクールのためのコーチング・アシスタント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4526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症状を選ぶだけで、その店のメソッドに沿った原因・対処・ドリル・お客様への説明。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レッスンコメントは、その店の言葉でAIが下書き。使うほど強くなる“堀”。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566928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5669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/ PC 対応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566928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5669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導入・営業ガイド ＆ 操作マニュアル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SWING CORTEX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なぜ、いま必要なのか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「良いレッスンをした」が、店の力として残っていますか？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0487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229514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時間が奪われる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651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レッスン後のコメント作成が負担。1件ずつ言葉を考え、日々の業務を圧迫。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63931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5295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属人化する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88620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ベテランの見立てとドリルが個人の頭の中。新人はゼロから手探りで育つ。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617720"/>
            <a:ext cx="108813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873752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F1F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73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45920" y="47640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資産が流出する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51206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積み上げたノウハウがコーチの退職とともに消える。店には残らない。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できること — 3つの柱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症状別対処法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症状を選ぶと 原因→対処→ドリル→お客様への説明 が即表示。球筋・体の動き・状況別に整理。新人でもベテランの見立てを再現。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645152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645152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AIレッスンコメント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気づきを一言入れるだけで、その店の文体・ドリル名で詳しい下書き。整形版／自然な文章を分けてコピー。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0144" y="1828800"/>
            <a:ext cx="3429000" cy="402336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30184" y="2148840"/>
            <a:ext cx="685800" cy="685800"/>
          </a:xfrm>
          <a:prstGeom prst="roundRect">
            <a:avLst>
              <a:gd name="adj" fmla="val 18667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330184" y="21488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30184" y="3063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使うほど賢くなる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0184" y="3794760"/>
            <a:ext cx="2834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過去コメントを取り込むほどAIが店の言い回しに近づく。傾向はインサイトで可視化し教育に還元。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最大の差別化 — その店だけのメソッド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御社が実際に書いてきたレッスンコメントを解析し、その店のメソッドとして再構成。使う言葉・ドリル名・指導の順番まで、あなたの“型”が知識になります。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真似できるもの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画面・機能・UIデザイン。これらは誰でも似せられます。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ECFDF5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514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真似できないもの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971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御社が積み上げた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メソッド・語彙・ドリルの体系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。他店の実データからは決して再現できません。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その店の言葉が、そのまま知識に：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572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三角形同調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01568" y="4572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gooドリル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63056" y="4572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3056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足踏み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24544" y="4572000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4544" y="45720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ベタ足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ショルダーターン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01568" y="513892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両手クロス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63056" y="513892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ウェイトシフト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924544" y="5138928"/>
            <a:ext cx="260604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24544" y="5138928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縦振り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実績：</a:t>
            </a:r>
            <a:pPr algn="ctr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あるスクールでは蓄積 5,939件 の実コメントを解析し、導入初日から“自店の型”で稼働。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導入で変わること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7452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74520" y="2606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コメント作成が下書き→微修正に。1件ごとの負担を圧縮。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214884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2148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40664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06640" y="2606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誰が担当しても同じ品質。新人が初日から店の型で指導。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60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ECFDF5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874520" y="4133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顧客満足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874520" y="4617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納得できる言葉で説明。信頼と継続率に直結。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8404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16052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ECFDF5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160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406640" y="41330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資産化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06640" y="4617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ノウハウが個人でなく店に残る。人が替わっても品質が続く。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GUIDE  (1/4)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画面サンプル ＆ 撮影ガイド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赤い SAMPLE は差し替え用の見本です。ガイドに沿ってiPadの実画面を撮影してください。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sessions/nifty-kind-carson/mnt/outputs/shot1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788920" cy="3593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ログイン画面全体。ロゴとID/PW欄が見える状態（IDは空でOK）。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14" name="Image 1" descr="/sessions/nifty-kind-carson/mnt/outputs/shot2_libra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84832"/>
            <a:ext cx="2788920" cy="3593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7260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37260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症状別対処法（トップ）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37260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37260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検索バー＋カテゴリ＋症状カード一覧が見える状態。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GUIDE  (2/4)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画面サンプル ＆ 撮影ガイド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赤い SAMPLE は差し替え用の見本です。ガイドに沿ってiPadの実画面を撮影してください。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sessions/nifty-kind-carson/mnt/outputs/shot3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788920" cy="3593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症状の詳細シート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症状を1つ開き、原因・対処・ドリル・説明とコピーが見える。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14" name="Image 1" descr="/sessions/nifty-kind-carson/mnt/outputs/shot4_qui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84832"/>
            <a:ext cx="2788920" cy="3593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7260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37260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クイック診断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37260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37260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入力欄・音声ボタン・候補リストが見える状態。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GUIDE  (3/4)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画面サンプル ＆ 撮影ガイド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赤い SAMPLE は差し替え用の見本です。ガイドに沿ってiPadの実画面を撮影してください。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sessions/nifty-kind-carson/mnt/outputs/shot5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788920" cy="3593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AIレッスンコメント作成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下書き生成後、整形版／自然文タブとコピーが見える。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14" name="Image 1" descr="/sessions/nifty-kind-carson/mnt/outputs/shot6_insigh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84832"/>
            <a:ext cx="2788920" cy="3593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7260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37260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インサイト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37260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37260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症状の傾向グラフが表示された状態。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GUIDE  (4/4)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画面サンプル ＆ 撮影ガイド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赤い SAMPLE は差し替え用の見本です。ガイドに沿ってiPadの実画面を撮影してください。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6" name="Image 0" descr="/sessions/nifty-kind-carson/mnt/outputs/shot7_ka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84832"/>
            <a:ext cx="2788920" cy="35935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3840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84048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生徒カルテ（Pro）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84048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生徒を選択し、カルテ履歴が並んだ状態。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2578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30000"/>
              </a:srgbClr>
            </a:outerShdw>
          </a:effectLst>
        </p:spPr>
      </p:sp>
      <p:pic>
        <p:nvPicPr>
          <p:cNvPr id="14" name="Image 1" descr="/sessions/nifty-kind-carson/mnt/outputs/shot8_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2084832"/>
            <a:ext cx="2788920" cy="359359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372600" y="219456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0D9488"/>
          </a:solidFill>
          <a:ln/>
        </p:spPr>
      </p:sp>
      <p:sp>
        <p:nvSpPr>
          <p:cNvPr id="16" name="Text 12"/>
          <p:cNvSpPr/>
          <p:nvPr/>
        </p:nvSpPr>
        <p:spPr>
          <a:xfrm>
            <a:off x="93726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9372600" y="28346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設定・データ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9372600" y="37947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19" name="Text 15"/>
          <p:cNvSpPr/>
          <p:nvPr/>
        </p:nvSpPr>
        <p:spPr>
          <a:xfrm>
            <a:off x="937260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撮影ガイド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9372600" y="4251960"/>
            <a:ext cx="1965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Excel取込・項目編集・書き出しが見える設定画面。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21792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エディション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20240"/>
          <a:ext cx="10515600" cy="914400"/>
        </p:xfrm>
        <a:graphic>
          <a:graphicData uri="http://schemas.openxmlformats.org/drawingml/2006/table">
            <a:tbl>
              <a:tblPr/>
              <a:tblGrid>
                <a:gridCol w="6492240"/>
                <a:gridCol w="201168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症状別対処法（その店のメソッド）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クイック診断（短文・音声）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AIレッスンコメント作成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インサイト（傾向の可視化）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Excel取込／項目編集／書き出し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生徒カルテCRM（パーソナライズ）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Standard＝診断とAIコメント作成まで。 Pro＝生徒カルテによるパーソナライズを含む全機能。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  ·  コーチング・アシスタント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38560" y="64556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38912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まずはデモで体験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実データが入ったデモ環境で、症状別対処法とAIコメント生成をそのままお試しいただけます。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926080"/>
            <a:ext cx="6949440" cy="21945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35204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https://swing-cortex.vercel.app/login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4114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4114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パスワード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4434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yozan1234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394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デモは閲覧・体験用。実導入では店舗ごとに独立したメソッド領域をご用意します。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SWING CORTEX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レッスンの質を、店舗の資産に。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2026-07-24T04:46:21Z</dcterms:created>
  <dcterms:modified xsi:type="dcterms:W3CDTF">2026-07-24T04:46:21Z</dcterms:modified>
</cp:coreProperties>
</file>